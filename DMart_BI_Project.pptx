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005840" cy="1005840"/>
          </a:xfrm>
          <a:prstGeom prst="ellipse">
            <a:avLst/>
          </a:prstGeom>
          <a:solidFill>
            <a:srgbClr val="7FB6E6"/>
          </a:solidFill>
          <a:ln w="12700">
            <a:solidFill>
              <a:srgbClr val="7FB6E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0744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DMart Sales &amp; Operational Intelligence Dashboard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25,000 retail transactions into business decisions with Power BI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 |  Data Analytics &amp; Business Intelligence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52560" y="91440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7416A"/>
          </a:solidFill>
          <a:ln w="12700">
            <a:solidFill>
              <a:srgbClr val="2741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0" y="1005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52560" y="21945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7416A"/>
          </a:solidFill>
          <a:ln w="12700">
            <a:solidFill>
              <a:srgbClr val="2741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2021–23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834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52560" y="347472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7416A"/>
          </a:solidFill>
          <a:ln w="12700">
            <a:solidFill>
              <a:srgbClr val="2741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52560" y="475488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7416A"/>
          </a:solidFill>
          <a:ln w="12700">
            <a:solidFill>
              <a:srgbClr val="2741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5029200"/>
          </a:xfrm>
          <a:prstGeom prst="roundRect">
            <a:avLst>
              <a:gd name="adj" fmla="val 2791"/>
            </a:avLst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383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2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DMart’s historical transaction data in Power BI and derive actionable insights on sales, customer behavior, pricing and operations.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wants to move from intuition to data-driven decisions. A single interactive dashboard lets managers spot trends, risks and opportunities by region, date and product category.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46320" y="12801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930" y="15887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1481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trends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2057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monthly and yearly sales; measure contribution of Branded, Local and Imported products.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12801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41080" y="146304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810" y="158877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281160" y="1481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641080" y="20574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customers by age and gender; test how clicks and time on site drive purchases.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0" y="30175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0" y="320040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30" y="33261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69280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pricing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0" y="3794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revenue and highest-discount products; check if discounts improve ratings and repeat buying.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458200" y="301752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41080" y="320040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10" y="33261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641080" y="3794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shipping modes by usage and speed; measure cancellation rate and its likely causes.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846320" y="47548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29200" y="493776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930" y="50634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669280" y="4956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order status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5029200" y="5532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payment modes (COD, UPI, cards); find product types prone to cancelled or pending orders.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458200" y="47548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41080" y="4937760"/>
            <a:ext cx="502920" cy="50292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6810" y="50634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81160" y="4956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outcome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641080" y="5532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KPIs, visuals and recommendations leadership can act 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7FB6E6"/>
          </a:solidFill>
          <a:ln w="12700">
            <a:solidFill>
              <a:srgbClr val="7FB6E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BI platform for data modeling, report building and the 3-page interactive dashboard.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Excel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dataset: 25,000 transactions, 29 columns covering customers, products, marketing and operations.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173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shaping: type fixes, blanks in order value and shipping charges, date columns.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7FB6E6"/>
          </a:solidFill>
          <a:ln w="12700">
            <a:solidFill>
              <a:srgbClr val="7FB6E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33197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029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(Age Group, Discount Level, Revenue Amount) and reusable measures for every KPI.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886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16052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33197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AI visuals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029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 and Decomposition Tree to explain what drives cancellations and revenue.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886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416052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33197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 interactivity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029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for state-wise sales, plus slicers and field parameters for dynamic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Functionality: Approach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decisions in five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88720" y="1691640"/>
            <a:ext cx="822960" cy="82296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89738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03120" y="2103120"/>
            <a:ext cx="1335024" cy="0"/>
          </a:xfrm>
          <a:prstGeom prst="line">
            <a:avLst/>
          </a:prstGeom>
          <a:noFill/>
          <a:ln w="2540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Data import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Excel dataset into Power BI and reviewed all 29 attributes.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56432" y="1691640"/>
            <a:ext cx="822960" cy="82296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89738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70832" y="2103120"/>
            <a:ext cx="1335024" cy="0"/>
          </a:xfrm>
          <a:prstGeom prst="line">
            <a:avLst/>
          </a:prstGeom>
          <a:noFill/>
          <a:ln w="2540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81635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Cleaning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2862072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Query: fixed data types, handled blanks, derived Year and Order Month.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724144" y="1691640"/>
            <a:ext cx="822960" cy="82296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4" y="1897380"/>
            <a:ext cx="41148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638544" y="2103120"/>
            <a:ext cx="1335024" cy="0"/>
          </a:xfrm>
          <a:prstGeom prst="line">
            <a:avLst/>
          </a:prstGeom>
          <a:noFill/>
          <a:ln w="2540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508406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DAX modeling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129784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columns like Age Group, Discount Level, Delivery Days and all KPI measures.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991856" y="1691640"/>
            <a:ext cx="822960" cy="82296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1897380"/>
            <a:ext cx="411480" cy="411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906256" y="2103120"/>
            <a:ext cx="1335024" cy="0"/>
          </a:xfrm>
          <a:prstGeom prst="line">
            <a:avLst/>
          </a:prstGeom>
          <a:noFill/>
          <a:ln w="25400">
            <a:solidFill>
              <a:srgbClr val="B8C4D4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735177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Visualization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97496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KPI cards, trend lines, donuts, heatmap, map, funnel and scatter plots.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0259568" y="1691640"/>
            <a:ext cx="822960" cy="822960"/>
          </a:xfrm>
          <a:prstGeom prst="ellipse">
            <a:avLst/>
          </a:prstGeom>
          <a:solidFill>
            <a:srgbClr val="7FB6E6"/>
          </a:solidFill>
          <a:ln w="12700">
            <a:solidFill>
              <a:srgbClr val="7FB6E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308" y="18973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194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Insights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9665208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visuals and slicers to find drivers and write business recommendations.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DAX measures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82296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SUM([Revenue Amount])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443484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DISTINCTCOUNT([Order ID])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04672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DIVIDE([Cancelled Orders], [Total Orders])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822960" y="5650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÷ Orders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4434840" y="5650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DIVIDE(DISTINCTCOUNT([Product ID]), [Purchase Frequency])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8046720" y="56509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1E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AVERAGE([Rating])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Functionality: Dashboard Pages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0876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Revenue, Orders, AOV, Cancellation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and year-over-year comparison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sales map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State, Category, Month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2801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50876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6802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View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4231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age group and gender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engagement → purchase funnel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discount heatmap by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with switchable ranking metric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by discount level; time on site vs revenue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2801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508760"/>
            <a:ext cx="685800" cy="685800"/>
          </a:xfrm>
          <a:prstGeom prst="ellipse">
            <a:avLst/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6802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440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Visual + Conclusion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42316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Influencers on order status (payment, ship mode, discount, category)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Tree of revenue by category, state, ship mode, payment, 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next steps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B2F4B"/>
          </a:solidFill>
          <a:ln w="12700">
            <a:solidFill>
              <a:srgbClr val="1B2F4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₹1.69 Cr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352044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25K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~₹709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8915400" y="50749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B6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~7%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Sales &amp; Operational Intelligence Dashboard</dc:title>
  <dc:subject>PptxGenJS Presentation</dc:subject>
  <dc:creator>PptxGenJS</dc:creator>
  <cp:lastModifiedBy>PptxGenJS</cp:lastModifiedBy>
  <cp:revision>1</cp:revision>
  <dcterms:created xsi:type="dcterms:W3CDTF">2026-09-30T11:30:37Z</dcterms:created>
  <dcterms:modified xsi:type="dcterms:W3CDTF">2026-09-30T11:30:37Z</dcterms:modified>
</cp:coreProperties>
</file>